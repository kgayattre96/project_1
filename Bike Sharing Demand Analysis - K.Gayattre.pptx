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99D8D-48DF-46BE-BE96-5736F75F6173}" v="5" dt="2026-03-24T09:52:25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tre, Kondepudi" userId="a4633781-b01d-4ae6-ba4a-9c32908b6c36" providerId="ADAL" clId="{4259F55E-D5E9-4093-B31C-61B0EE6B1153}"/>
    <pc:docChg chg="undo custSel modSld">
      <pc:chgData name="Gayattre, Kondepudi" userId="a4633781-b01d-4ae6-ba4a-9c32908b6c36" providerId="ADAL" clId="{4259F55E-D5E9-4093-B31C-61B0EE6B1153}" dt="2026-03-25T04:58:34.694" v="263" actId="14100"/>
      <pc:docMkLst>
        <pc:docMk/>
      </pc:docMkLst>
      <pc:sldChg chg="modSp mod">
        <pc:chgData name="Gayattre, Kondepudi" userId="a4633781-b01d-4ae6-ba4a-9c32908b6c36" providerId="ADAL" clId="{4259F55E-D5E9-4093-B31C-61B0EE6B1153}" dt="2026-03-24T09:45:10.371" v="44" actId="113"/>
        <pc:sldMkLst>
          <pc:docMk/>
          <pc:sldMk cId="150176709" sldId="256"/>
        </pc:sldMkLst>
        <pc:spChg chg="mod">
          <ac:chgData name="Gayattre, Kondepudi" userId="a4633781-b01d-4ae6-ba4a-9c32908b6c36" providerId="ADAL" clId="{4259F55E-D5E9-4093-B31C-61B0EE6B1153}" dt="2026-03-24T09:44:49.382" v="40" actId="115"/>
          <ac:spMkLst>
            <pc:docMk/>
            <pc:sldMk cId="150176709" sldId="256"/>
            <ac:spMk id="2" creationId="{D9F5E171-45A7-B228-C5BE-9FA26153CEF3}"/>
          </ac:spMkLst>
        </pc:spChg>
        <pc:spChg chg="mod">
          <ac:chgData name="Gayattre, Kondepudi" userId="a4633781-b01d-4ae6-ba4a-9c32908b6c36" providerId="ADAL" clId="{4259F55E-D5E9-4093-B31C-61B0EE6B1153}" dt="2026-03-24T09:45:10.371" v="44" actId="113"/>
          <ac:spMkLst>
            <pc:docMk/>
            <pc:sldMk cId="150176709" sldId="256"/>
            <ac:spMk id="3" creationId="{216F1B85-E94F-A2D7-D95E-B10488E9B644}"/>
          </ac:spMkLst>
        </pc:spChg>
      </pc:sldChg>
      <pc:sldChg chg="delSp modSp mod delDesignElem">
        <pc:chgData name="Gayattre, Kondepudi" userId="a4633781-b01d-4ae6-ba4a-9c32908b6c36" providerId="ADAL" clId="{4259F55E-D5E9-4093-B31C-61B0EE6B1153}" dt="2026-03-24T10:10:01.425" v="260" actId="20577"/>
        <pc:sldMkLst>
          <pc:docMk/>
          <pc:sldMk cId="2534644569" sldId="257"/>
        </pc:sldMkLst>
        <pc:spChg chg="mod">
          <ac:chgData name="Gayattre, Kondepudi" userId="a4633781-b01d-4ae6-ba4a-9c32908b6c36" providerId="ADAL" clId="{4259F55E-D5E9-4093-B31C-61B0EE6B1153}" dt="2026-03-24T09:45:35.025" v="46" actId="113"/>
          <ac:spMkLst>
            <pc:docMk/>
            <pc:sldMk cId="2534644569" sldId="257"/>
            <ac:spMk id="2" creationId="{0EFDAF0F-914D-70B8-4BC3-1E978E971B85}"/>
          </ac:spMkLst>
        </pc:spChg>
        <pc:spChg chg="del">
          <ac:chgData name="Gayattre, Kondepudi" userId="a4633781-b01d-4ae6-ba4a-9c32908b6c36" providerId="ADAL" clId="{4259F55E-D5E9-4093-B31C-61B0EE6B1153}" dt="2026-03-24T09:42:28.420" v="8"/>
          <ac:spMkLst>
            <pc:docMk/>
            <pc:sldMk cId="2534644569" sldId="257"/>
            <ac:spMk id="10" creationId="{353CF00F-82D0-0DBA-75D5-1D01B4526C68}"/>
          </ac:spMkLst>
        </pc:spChg>
        <pc:graphicFrameChg chg="mod modGraphic">
          <ac:chgData name="Gayattre, Kondepudi" userId="a4633781-b01d-4ae6-ba4a-9c32908b6c36" providerId="ADAL" clId="{4259F55E-D5E9-4093-B31C-61B0EE6B1153}" dt="2026-03-24T10:10:01.425" v="260" actId="20577"/>
          <ac:graphicFrameMkLst>
            <pc:docMk/>
            <pc:sldMk cId="2534644569" sldId="257"/>
            <ac:graphicFrameMk id="4" creationId="{E8EA4819-F758-272E-5B42-D6CC4804BA1D}"/>
          </ac:graphicFrameMkLst>
        </pc:graphicFrameChg>
        <pc:graphicFrameChg chg="mod modGraphic">
          <ac:chgData name="Gayattre, Kondepudi" userId="a4633781-b01d-4ae6-ba4a-9c32908b6c36" providerId="ADAL" clId="{4259F55E-D5E9-4093-B31C-61B0EE6B1153}" dt="2026-03-24T09:45:42.399" v="47" actId="2711"/>
          <ac:graphicFrameMkLst>
            <pc:docMk/>
            <pc:sldMk cId="2534644569" sldId="257"/>
            <ac:graphicFrameMk id="5" creationId="{F454791B-0363-EA08-273F-7F583A5835A1}"/>
          </ac:graphicFrameMkLst>
        </pc:graphicFrameChg>
      </pc:sldChg>
      <pc:sldChg chg="modSp mod">
        <pc:chgData name="Gayattre, Kondepudi" userId="a4633781-b01d-4ae6-ba4a-9c32908b6c36" providerId="ADAL" clId="{4259F55E-D5E9-4093-B31C-61B0EE6B1153}" dt="2026-03-24T09:47:15.830" v="64" actId="14100"/>
        <pc:sldMkLst>
          <pc:docMk/>
          <pc:sldMk cId="2007997641" sldId="258"/>
        </pc:sldMkLst>
        <pc:spChg chg="mod">
          <ac:chgData name="Gayattre, Kondepudi" userId="a4633781-b01d-4ae6-ba4a-9c32908b6c36" providerId="ADAL" clId="{4259F55E-D5E9-4093-B31C-61B0EE6B1153}" dt="2026-03-24T09:46:04.200" v="50" actId="113"/>
          <ac:spMkLst>
            <pc:docMk/>
            <pc:sldMk cId="2007997641" sldId="258"/>
            <ac:spMk id="2" creationId="{14E466CD-1AC8-1B67-6EBD-2A291248913A}"/>
          </ac:spMkLst>
        </pc:spChg>
        <pc:spChg chg="mod">
          <ac:chgData name="Gayattre, Kondepudi" userId="a4633781-b01d-4ae6-ba4a-9c32908b6c36" providerId="ADAL" clId="{4259F55E-D5E9-4093-B31C-61B0EE6B1153}" dt="2026-03-24T09:47:15.830" v="64" actId="14100"/>
          <ac:spMkLst>
            <pc:docMk/>
            <pc:sldMk cId="2007997641" sldId="258"/>
            <ac:spMk id="3" creationId="{9A9ECF12-BF42-66C1-19D9-1B3F2626BE9A}"/>
          </ac:spMkLst>
        </pc:spChg>
      </pc:sldChg>
      <pc:sldChg chg="modSp mod">
        <pc:chgData name="Gayattre, Kondepudi" userId="a4633781-b01d-4ae6-ba4a-9c32908b6c36" providerId="ADAL" clId="{4259F55E-D5E9-4093-B31C-61B0EE6B1153}" dt="2026-03-25T04:58:34.694" v="263" actId="14100"/>
        <pc:sldMkLst>
          <pc:docMk/>
          <pc:sldMk cId="4154505352" sldId="260"/>
        </pc:sldMkLst>
        <pc:spChg chg="mod">
          <ac:chgData name="Gayattre, Kondepudi" userId="a4633781-b01d-4ae6-ba4a-9c32908b6c36" providerId="ADAL" clId="{4259F55E-D5E9-4093-B31C-61B0EE6B1153}" dt="2026-03-24T09:48:14.171" v="72" actId="1076"/>
          <ac:spMkLst>
            <pc:docMk/>
            <pc:sldMk cId="4154505352" sldId="260"/>
            <ac:spMk id="2" creationId="{8AD85014-EF1E-96D6-910F-66DFD47CFEA2}"/>
          </ac:spMkLst>
        </pc:spChg>
        <pc:spChg chg="mod">
          <ac:chgData name="Gayattre, Kondepudi" userId="a4633781-b01d-4ae6-ba4a-9c32908b6c36" providerId="ADAL" clId="{4259F55E-D5E9-4093-B31C-61B0EE6B1153}" dt="2026-03-24T09:48:53.877" v="77" actId="27636"/>
          <ac:spMkLst>
            <pc:docMk/>
            <pc:sldMk cId="4154505352" sldId="260"/>
            <ac:spMk id="3" creationId="{0219FC43-C8BC-3FAE-A590-BD872D67B963}"/>
          </ac:spMkLst>
        </pc:spChg>
        <pc:graphicFrameChg chg="mod">
          <ac:chgData name="Gayattre, Kondepudi" userId="a4633781-b01d-4ae6-ba4a-9c32908b6c36" providerId="ADAL" clId="{4259F55E-D5E9-4093-B31C-61B0EE6B1153}" dt="2026-03-25T04:58:34.694" v="263" actId="14100"/>
          <ac:graphicFrameMkLst>
            <pc:docMk/>
            <pc:sldMk cId="4154505352" sldId="260"/>
            <ac:graphicFrameMk id="7" creationId="{A21B99A6-0AC2-2C22-724D-9C2D3D3C30F4}"/>
          </ac:graphicFrameMkLst>
        </pc:graphicFrameChg>
      </pc:sldChg>
      <pc:sldChg chg="modSp mod">
        <pc:chgData name="Gayattre, Kondepudi" userId="a4633781-b01d-4ae6-ba4a-9c32908b6c36" providerId="ADAL" clId="{4259F55E-D5E9-4093-B31C-61B0EE6B1153}" dt="2026-03-24T09:52:29.425" v="95" actId="113"/>
        <pc:sldMkLst>
          <pc:docMk/>
          <pc:sldMk cId="1299428360" sldId="261"/>
        </pc:sldMkLst>
        <pc:spChg chg="mod">
          <ac:chgData name="Gayattre, Kondepudi" userId="a4633781-b01d-4ae6-ba4a-9c32908b6c36" providerId="ADAL" clId="{4259F55E-D5E9-4093-B31C-61B0EE6B1153}" dt="2026-03-24T09:51:38.229" v="87" actId="113"/>
          <ac:spMkLst>
            <pc:docMk/>
            <pc:sldMk cId="1299428360" sldId="261"/>
            <ac:spMk id="2" creationId="{0683AC58-C597-805B-9EC0-686B00C3D4FA}"/>
          </ac:spMkLst>
        </pc:spChg>
        <pc:spChg chg="mod">
          <ac:chgData name="Gayattre, Kondepudi" userId="a4633781-b01d-4ae6-ba4a-9c32908b6c36" providerId="ADAL" clId="{4259F55E-D5E9-4093-B31C-61B0EE6B1153}" dt="2026-03-24T09:52:29.425" v="95" actId="113"/>
          <ac:spMkLst>
            <pc:docMk/>
            <pc:sldMk cId="1299428360" sldId="261"/>
            <ac:spMk id="3" creationId="{6A49EFAA-A914-E8E9-EFD0-E8B2378ED759}"/>
          </ac:spMkLst>
        </pc:spChg>
        <pc:picChg chg="mod">
          <ac:chgData name="Gayattre, Kondepudi" userId="a4633781-b01d-4ae6-ba4a-9c32908b6c36" providerId="ADAL" clId="{4259F55E-D5E9-4093-B31C-61B0EE6B1153}" dt="2026-03-24T09:50:59.454" v="82" actId="1076"/>
          <ac:picMkLst>
            <pc:docMk/>
            <pc:sldMk cId="1299428360" sldId="261"/>
            <ac:picMk id="6" creationId="{A67D6B37-FF94-EDE2-B867-40EE9BBF20C8}"/>
          </ac:picMkLst>
        </pc:picChg>
        <pc:picChg chg="mod">
          <ac:chgData name="Gayattre, Kondepudi" userId="a4633781-b01d-4ae6-ba4a-9c32908b6c36" providerId="ADAL" clId="{4259F55E-D5E9-4093-B31C-61B0EE6B1153}" dt="2026-03-24T09:51:18.884" v="84" actId="14100"/>
          <ac:picMkLst>
            <pc:docMk/>
            <pc:sldMk cId="1299428360" sldId="261"/>
            <ac:picMk id="8" creationId="{84B8EA75-F1A1-C356-8D92-1B6A8128BDE7}"/>
          </ac:picMkLst>
        </pc:picChg>
        <pc:picChg chg="mod">
          <ac:chgData name="Gayattre, Kondepudi" userId="a4633781-b01d-4ae6-ba4a-9c32908b6c36" providerId="ADAL" clId="{4259F55E-D5E9-4093-B31C-61B0EE6B1153}" dt="2026-03-24T09:51:26.140" v="85" actId="14100"/>
          <ac:picMkLst>
            <pc:docMk/>
            <pc:sldMk cId="1299428360" sldId="261"/>
            <ac:picMk id="10" creationId="{E3179A48-E9F1-B56E-C915-327E51D38D8B}"/>
          </ac:picMkLst>
        </pc:picChg>
      </pc:sldChg>
      <pc:sldChg chg="modSp mod">
        <pc:chgData name="Gayattre, Kondepudi" userId="a4633781-b01d-4ae6-ba4a-9c32908b6c36" providerId="ADAL" clId="{4259F55E-D5E9-4093-B31C-61B0EE6B1153}" dt="2026-03-24T09:57:43.704" v="130" actId="20577"/>
        <pc:sldMkLst>
          <pc:docMk/>
          <pc:sldMk cId="682994127" sldId="262"/>
        </pc:sldMkLst>
        <pc:spChg chg="mod">
          <ac:chgData name="Gayattre, Kondepudi" userId="a4633781-b01d-4ae6-ba4a-9c32908b6c36" providerId="ADAL" clId="{4259F55E-D5E9-4093-B31C-61B0EE6B1153}" dt="2026-03-24T09:57:43.704" v="130" actId="20577"/>
          <ac:spMkLst>
            <pc:docMk/>
            <pc:sldMk cId="682994127" sldId="262"/>
            <ac:spMk id="2" creationId="{698C2D79-59C2-C993-4CD2-2ABF0D204479}"/>
          </ac:spMkLst>
        </pc:spChg>
        <pc:spChg chg="mod">
          <ac:chgData name="Gayattre, Kondepudi" userId="a4633781-b01d-4ae6-ba4a-9c32908b6c36" providerId="ADAL" clId="{4259F55E-D5E9-4093-B31C-61B0EE6B1153}" dt="2026-03-24T09:53:08.495" v="104" actId="20577"/>
          <ac:spMkLst>
            <pc:docMk/>
            <pc:sldMk cId="682994127" sldId="262"/>
            <ac:spMk id="3" creationId="{1A4E125A-688B-F306-5329-67EFDAC8DE5E}"/>
          </ac:spMkLst>
        </pc:spChg>
        <pc:picChg chg="mod">
          <ac:chgData name="Gayattre, Kondepudi" userId="a4633781-b01d-4ae6-ba4a-9c32908b6c36" providerId="ADAL" clId="{4259F55E-D5E9-4093-B31C-61B0EE6B1153}" dt="2026-03-24T09:53:28.645" v="107" actId="14100"/>
          <ac:picMkLst>
            <pc:docMk/>
            <pc:sldMk cId="682994127" sldId="262"/>
            <ac:picMk id="6" creationId="{2E8A737F-4D1F-7C52-51F9-79C5768749A1}"/>
          </ac:picMkLst>
        </pc:picChg>
      </pc:sldChg>
      <pc:sldChg chg="modSp mod">
        <pc:chgData name="Gayattre, Kondepudi" userId="a4633781-b01d-4ae6-ba4a-9c32908b6c36" providerId="ADAL" clId="{4259F55E-D5E9-4093-B31C-61B0EE6B1153}" dt="2026-03-24T09:59:18.153" v="147" actId="2711"/>
        <pc:sldMkLst>
          <pc:docMk/>
          <pc:sldMk cId="2552907576" sldId="263"/>
        </pc:sldMkLst>
        <pc:spChg chg="mod">
          <ac:chgData name="Gayattre, Kondepudi" userId="a4633781-b01d-4ae6-ba4a-9c32908b6c36" providerId="ADAL" clId="{4259F55E-D5E9-4093-B31C-61B0EE6B1153}" dt="2026-03-24T09:59:12.802" v="146" actId="113"/>
          <ac:spMkLst>
            <pc:docMk/>
            <pc:sldMk cId="2552907576" sldId="263"/>
            <ac:spMk id="2" creationId="{2840B0CE-E699-87C7-E605-547E59E63C6B}"/>
          </ac:spMkLst>
        </pc:spChg>
        <pc:spChg chg="mod">
          <ac:chgData name="Gayattre, Kondepudi" userId="a4633781-b01d-4ae6-ba4a-9c32908b6c36" providerId="ADAL" clId="{4259F55E-D5E9-4093-B31C-61B0EE6B1153}" dt="2026-03-24T09:59:18.153" v="147" actId="2711"/>
          <ac:spMkLst>
            <pc:docMk/>
            <pc:sldMk cId="2552907576" sldId="263"/>
            <ac:spMk id="3" creationId="{538548E7-F6FB-8A7E-609E-597B60D5531C}"/>
          </ac:spMkLst>
        </pc:spChg>
        <pc:spChg chg="mod">
          <ac:chgData name="Gayattre, Kondepudi" userId="a4633781-b01d-4ae6-ba4a-9c32908b6c36" providerId="ADAL" clId="{4259F55E-D5E9-4093-B31C-61B0EE6B1153}" dt="2026-03-24T09:59:01.823" v="143" actId="27636"/>
          <ac:spMkLst>
            <pc:docMk/>
            <pc:sldMk cId="2552907576" sldId="263"/>
            <ac:spMk id="4" creationId="{7E0083CC-4CDF-7823-2850-3A0F52E0B9FF}"/>
          </ac:spMkLst>
        </pc:spChg>
        <pc:picChg chg="mod">
          <ac:chgData name="Gayattre, Kondepudi" userId="a4633781-b01d-4ae6-ba4a-9c32908b6c36" providerId="ADAL" clId="{4259F55E-D5E9-4093-B31C-61B0EE6B1153}" dt="2026-03-24T09:58:56.390" v="141" actId="1076"/>
          <ac:picMkLst>
            <pc:docMk/>
            <pc:sldMk cId="2552907576" sldId="263"/>
            <ac:picMk id="6" creationId="{6FF2D65F-D672-591D-1618-21F0F17A836C}"/>
          </ac:picMkLst>
        </pc:picChg>
        <pc:picChg chg="mod">
          <ac:chgData name="Gayattre, Kondepudi" userId="a4633781-b01d-4ae6-ba4a-9c32908b6c36" providerId="ADAL" clId="{4259F55E-D5E9-4093-B31C-61B0EE6B1153}" dt="2026-03-24T09:58:49.655" v="140" actId="1076"/>
          <ac:picMkLst>
            <pc:docMk/>
            <pc:sldMk cId="2552907576" sldId="263"/>
            <ac:picMk id="8" creationId="{79BB8098-9FD8-420E-7FF5-1A49C4EA4F01}"/>
          </ac:picMkLst>
        </pc:picChg>
      </pc:sldChg>
      <pc:sldChg chg="modSp mod">
        <pc:chgData name="Gayattre, Kondepudi" userId="a4633781-b01d-4ae6-ba4a-9c32908b6c36" providerId="ADAL" clId="{4259F55E-D5E9-4093-B31C-61B0EE6B1153}" dt="2026-03-24T10:01:52.565" v="184" actId="20577"/>
        <pc:sldMkLst>
          <pc:docMk/>
          <pc:sldMk cId="3808726554" sldId="264"/>
        </pc:sldMkLst>
        <pc:spChg chg="mod">
          <ac:chgData name="Gayattre, Kondepudi" userId="a4633781-b01d-4ae6-ba4a-9c32908b6c36" providerId="ADAL" clId="{4259F55E-D5E9-4093-B31C-61B0EE6B1153}" dt="2026-03-24T10:00:54.303" v="161" actId="2711"/>
          <ac:spMkLst>
            <pc:docMk/>
            <pc:sldMk cId="3808726554" sldId="264"/>
            <ac:spMk id="2" creationId="{C66DF886-1A6F-E1CC-A15F-B2A0E4A6E40F}"/>
          </ac:spMkLst>
        </pc:spChg>
        <pc:spChg chg="mod">
          <ac:chgData name="Gayattre, Kondepudi" userId="a4633781-b01d-4ae6-ba4a-9c32908b6c36" providerId="ADAL" clId="{4259F55E-D5E9-4093-B31C-61B0EE6B1153}" dt="2026-03-24T10:01:52.565" v="184" actId="20577"/>
          <ac:spMkLst>
            <pc:docMk/>
            <pc:sldMk cId="3808726554" sldId="264"/>
            <ac:spMk id="3" creationId="{C76EAC81-8748-3CF0-A86F-22E9D6DA62FB}"/>
          </ac:spMkLst>
        </pc:spChg>
        <pc:picChg chg="mod">
          <ac:chgData name="Gayattre, Kondepudi" userId="a4633781-b01d-4ae6-ba4a-9c32908b6c36" providerId="ADAL" clId="{4259F55E-D5E9-4093-B31C-61B0EE6B1153}" dt="2026-03-24T10:00:46.234" v="160" actId="14100"/>
          <ac:picMkLst>
            <pc:docMk/>
            <pc:sldMk cId="3808726554" sldId="264"/>
            <ac:picMk id="6" creationId="{AFE7A105-2F97-A905-29F8-13137B6E73E2}"/>
          </ac:picMkLst>
        </pc:picChg>
      </pc:sldChg>
      <pc:sldChg chg="modSp mod">
        <pc:chgData name="Gayattre, Kondepudi" userId="a4633781-b01d-4ae6-ba4a-9c32908b6c36" providerId="ADAL" clId="{4259F55E-D5E9-4093-B31C-61B0EE6B1153}" dt="2026-03-24T10:00:01.563" v="153" actId="2711"/>
        <pc:sldMkLst>
          <pc:docMk/>
          <pc:sldMk cId="1780364836" sldId="265"/>
        </pc:sldMkLst>
        <pc:spChg chg="mod">
          <ac:chgData name="Gayattre, Kondepudi" userId="a4633781-b01d-4ae6-ba4a-9c32908b6c36" providerId="ADAL" clId="{4259F55E-D5E9-4093-B31C-61B0EE6B1153}" dt="2026-03-24T09:59:51.927" v="151" actId="113"/>
          <ac:spMkLst>
            <pc:docMk/>
            <pc:sldMk cId="1780364836" sldId="265"/>
            <ac:spMk id="2" creationId="{93A0FF4A-0414-14BA-C293-6D59C1C515F1}"/>
          </ac:spMkLst>
        </pc:spChg>
        <pc:spChg chg="mod">
          <ac:chgData name="Gayattre, Kondepudi" userId="a4633781-b01d-4ae6-ba4a-9c32908b6c36" providerId="ADAL" clId="{4259F55E-D5E9-4093-B31C-61B0EE6B1153}" dt="2026-03-24T10:00:01.563" v="153" actId="2711"/>
          <ac:spMkLst>
            <pc:docMk/>
            <pc:sldMk cId="1780364836" sldId="265"/>
            <ac:spMk id="3" creationId="{DC47C9E4-E928-C5C3-3834-F7CA94043703}"/>
          </ac:spMkLst>
        </pc:spChg>
        <pc:picChg chg="mod">
          <ac:chgData name="Gayattre, Kondepudi" userId="a4633781-b01d-4ae6-ba4a-9c32908b6c36" providerId="ADAL" clId="{4259F55E-D5E9-4093-B31C-61B0EE6B1153}" dt="2026-03-24T09:59:44.832" v="149" actId="1076"/>
          <ac:picMkLst>
            <pc:docMk/>
            <pc:sldMk cId="1780364836" sldId="265"/>
            <ac:picMk id="6" creationId="{C21EB073-54DF-C031-AACB-8B1321835229}"/>
          </ac:picMkLst>
        </pc:picChg>
      </pc:sldChg>
      <pc:sldChg chg="modSp mod">
        <pc:chgData name="Gayattre, Kondepudi" userId="a4633781-b01d-4ae6-ba4a-9c32908b6c36" providerId="ADAL" clId="{4259F55E-D5E9-4093-B31C-61B0EE6B1153}" dt="2026-03-24T10:10:21.592" v="262" actId="1076"/>
        <pc:sldMkLst>
          <pc:docMk/>
          <pc:sldMk cId="80404428" sldId="266"/>
        </pc:sldMkLst>
        <pc:spChg chg="mod">
          <ac:chgData name="Gayattre, Kondepudi" userId="a4633781-b01d-4ae6-ba4a-9c32908b6c36" providerId="ADAL" clId="{4259F55E-D5E9-4093-B31C-61B0EE6B1153}" dt="2026-03-24T10:02:49.874" v="193" actId="1076"/>
          <ac:spMkLst>
            <pc:docMk/>
            <pc:sldMk cId="80404428" sldId="266"/>
            <ac:spMk id="2" creationId="{BF61F38D-F784-D7A1-6C0F-6DCD0B697BDE}"/>
          </ac:spMkLst>
        </pc:spChg>
        <pc:spChg chg="mod">
          <ac:chgData name="Gayattre, Kondepudi" userId="a4633781-b01d-4ae6-ba4a-9c32908b6c36" providerId="ADAL" clId="{4259F55E-D5E9-4093-B31C-61B0EE6B1153}" dt="2026-03-24T10:03:48.558" v="214" actId="20577"/>
          <ac:spMkLst>
            <pc:docMk/>
            <pc:sldMk cId="80404428" sldId="266"/>
            <ac:spMk id="3" creationId="{EFCD5B43-6A79-C9FF-0F74-84C0E3AE63C3}"/>
          </ac:spMkLst>
        </pc:spChg>
        <pc:spChg chg="mod">
          <ac:chgData name="Gayattre, Kondepudi" userId="a4633781-b01d-4ae6-ba4a-9c32908b6c36" providerId="ADAL" clId="{4259F55E-D5E9-4093-B31C-61B0EE6B1153}" dt="2026-03-24T10:03:26.998" v="207" actId="27636"/>
          <ac:spMkLst>
            <pc:docMk/>
            <pc:sldMk cId="80404428" sldId="266"/>
            <ac:spMk id="8" creationId="{044FAEE5-402B-5A58-4C89-05B3A8654110}"/>
          </ac:spMkLst>
        </pc:spChg>
        <pc:picChg chg="mod">
          <ac:chgData name="Gayattre, Kondepudi" userId="a4633781-b01d-4ae6-ba4a-9c32908b6c36" providerId="ADAL" clId="{4259F55E-D5E9-4093-B31C-61B0EE6B1153}" dt="2026-03-24T10:10:21.592" v="262" actId="1076"/>
          <ac:picMkLst>
            <pc:docMk/>
            <pc:sldMk cId="80404428" sldId="266"/>
            <ac:picMk id="10" creationId="{CC5D85DD-4D75-B8DD-978C-2C6098314B9E}"/>
          </ac:picMkLst>
        </pc:picChg>
      </pc:sldChg>
      <pc:sldChg chg="modSp mod">
        <pc:chgData name="Gayattre, Kondepudi" userId="a4633781-b01d-4ae6-ba4a-9c32908b6c36" providerId="ADAL" clId="{4259F55E-D5E9-4093-B31C-61B0EE6B1153}" dt="2026-03-24T10:05:26.759" v="236" actId="27636"/>
        <pc:sldMkLst>
          <pc:docMk/>
          <pc:sldMk cId="3786523016" sldId="267"/>
        </pc:sldMkLst>
        <pc:spChg chg="mod">
          <ac:chgData name="Gayattre, Kondepudi" userId="a4633781-b01d-4ae6-ba4a-9c32908b6c36" providerId="ADAL" clId="{4259F55E-D5E9-4093-B31C-61B0EE6B1153}" dt="2026-03-24T10:05:12.369" v="232" actId="27636"/>
          <ac:spMkLst>
            <pc:docMk/>
            <pc:sldMk cId="3786523016" sldId="267"/>
            <ac:spMk id="2" creationId="{BB01A52F-78B1-AA46-B4C6-183ADB96434C}"/>
          </ac:spMkLst>
        </pc:spChg>
        <pc:spChg chg="mod">
          <ac:chgData name="Gayattre, Kondepudi" userId="a4633781-b01d-4ae6-ba4a-9c32908b6c36" providerId="ADAL" clId="{4259F55E-D5E9-4093-B31C-61B0EE6B1153}" dt="2026-03-24T10:05:26.759" v="236" actId="27636"/>
          <ac:spMkLst>
            <pc:docMk/>
            <pc:sldMk cId="3786523016" sldId="267"/>
            <ac:spMk id="3" creationId="{D2BFF434-19C8-E42E-E851-DCF9DC876A93}"/>
          </ac:spMkLst>
        </pc:spChg>
        <pc:picChg chg="mod">
          <ac:chgData name="Gayattre, Kondepudi" userId="a4633781-b01d-4ae6-ba4a-9c32908b6c36" providerId="ADAL" clId="{4259F55E-D5E9-4093-B31C-61B0EE6B1153}" dt="2026-03-24T10:04:49.723" v="226" actId="1076"/>
          <ac:picMkLst>
            <pc:docMk/>
            <pc:sldMk cId="3786523016" sldId="267"/>
            <ac:picMk id="10" creationId="{0ED4F3DA-8721-AB3C-2E3A-B4F8E3119241}"/>
          </ac:picMkLst>
        </pc:picChg>
        <pc:picChg chg="mod">
          <ac:chgData name="Gayattre, Kondepudi" userId="a4633781-b01d-4ae6-ba4a-9c32908b6c36" providerId="ADAL" clId="{4259F55E-D5E9-4093-B31C-61B0EE6B1153}" dt="2026-03-24T10:04:53.175" v="227" actId="1076"/>
          <ac:picMkLst>
            <pc:docMk/>
            <pc:sldMk cId="3786523016" sldId="267"/>
            <ac:picMk id="12" creationId="{EC9C7EAE-0A9A-B839-1E12-7F151B93E77B}"/>
          </ac:picMkLst>
        </pc:picChg>
        <pc:picChg chg="mod">
          <ac:chgData name="Gayattre, Kondepudi" userId="a4633781-b01d-4ae6-ba4a-9c32908b6c36" providerId="ADAL" clId="{4259F55E-D5E9-4093-B31C-61B0EE6B1153}" dt="2026-03-24T10:04:35.834" v="221" actId="14100"/>
          <ac:picMkLst>
            <pc:docMk/>
            <pc:sldMk cId="3786523016" sldId="267"/>
            <ac:picMk id="14" creationId="{43F0FDD4-D10B-ACD1-F7D9-700654A91907}"/>
          </ac:picMkLst>
        </pc:picChg>
        <pc:picChg chg="mod">
          <ac:chgData name="Gayattre, Kondepudi" userId="a4633781-b01d-4ae6-ba4a-9c32908b6c36" providerId="ADAL" clId="{4259F55E-D5E9-4093-B31C-61B0EE6B1153}" dt="2026-03-24T10:05:03.782" v="229" actId="1076"/>
          <ac:picMkLst>
            <pc:docMk/>
            <pc:sldMk cId="3786523016" sldId="267"/>
            <ac:picMk id="16" creationId="{2B5C7957-42C2-D847-C227-B1753C27DDE9}"/>
          </ac:picMkLst>
        </pc:picChg>
      </pc:sldChg>
      <pc:sldChg chg="modSp mod">
        <pc:chgData name="Gayattre, Kondepudi" userId="a4633781-b01d-4ae6-ba4a-9c32908b6c36" providerId="ADAL" clId="{4259F55E-D5E9-4093-B31C-61B0EE6B1153}" dt="2026-03-24T10:06:49.149" v="245" actId="1076"/>
        <pc:sldMkLst>
          <pc:docMk/>
          <pc:sldMk cId="4239617157" sldId="269"/>
        </pc:sldMkLst>
        <pc:spChg chg="mod">
          <ac:chgData name="Gayattre, Kondepudi" userId="a4633781-b01d-4ae6-ba4a-9c32908b6c36" providerId="ADAL" clId="{4259F55E-D5E9-4093-B31C-61B0EE6B1153}" dt="2026-03-24T10:06:49.149" v="245" actId="1076"/>
          <ac:spMkLst>
            <pc:docMk/>
            <pc:sldMk cId="4239617157" sldId="269"/>
            <ac:spMk id="2" creationId="{0A6E06EC-2A25-9495-7834-7463ACD2B725}"/>
          </ac:spMkLst>
        </pc:spChg>
        <pc:spChg chg="mod">
          <ac:chgData name="Gayattre, Kondepudi" userId="a4633781-b01d-4ae6-ba4a-9c32908b6c36" providerId="ADAL" clId="{4259F55E-D5E9-4093-B31C-61B0EE6B1153}" dt="2026-03-24T10:06:37.257" v="244" actId="120"/>
          <ac:spMkLst>
            <pc:docMk/>
            <pc:sldMk cId="4239617157" sldId="269"/>
            <ac:spMk id="3" creationId="{F39B5DCB-CDA8-B53D-B457-476FF7EEFD75}"/>
          </ac:spMkLst>
        </pc:spChg>
      </pc:sldChg>
      <pc:sldChg chg="modSp mod">
        <pc:chgData name="Gayattre, Kondepudi" userId="a4633781-b01d-4ae6-ba4a-9c32908b6c36" providerId="ADAL" clId="{4259F55E-D5E9-4093-B31C-61B0EE6B1153}" dt="2026-03-24T10:08:31.119" v="258" actId="27636"/>
        <pc:sldMkLst>
          <pc:docMk/>
          <pc:sldMk cId="571569909" sldId="270"/>
        </pc:sldMkLst>
        <pc:spChg chg="mod">
          <ac:chgData name="Gayattre, Kondepudi" userId="a4633781-b01d-4ae6-ba4a-9c32908b6c36" providerId="ADAL" clId="{4259F55E-D5E9-4093-B31C-61B0EE6B1153}" dt="2026-03-24T10:07:02.766" v="247" actId="113"/>
          <ac:spMkLst>
            <pc:docMk/>
            <pc:sldMk cId="571569909" sldId="270"/>
            <ac:spMk id="2" creationId="{EDB8D043-0CCB-6995-A5CD-C890B8558F96}"/>
          </ac:spMkLst>
        </pc:spChg>
        <pc:spChg chg="mod">
          <ac:chgData name="Gayattre, Kondepudi" userId="a4633781-b01d-4ae6-ba4a-9c32908b6c36" providerId="ADAL" clId="{4259F55E-D5E9-4093-B31C-61B0EE6B1153}" dt="2026-03-24T10:08:31.119" v="258" actId="27636"/>
          <ac:spMkLst>
            <pc:docMk/>
            <pc:sldMk cId="571569909" sldId="270"/>
            <ac:spMk id="3" creationId="{3B557D78-636A-BC42-7D65-E5FEDC9189E2}"/>
          </ac:spMkLst>
        </pc:spChg>
      </pc:sldChg>
      <pc:sldChg chg="modSp mod">
        <pc:chgData name="Gayattre, Kondepudi" userId="a4633781-b01d-4ae6-ba4a-9c32908b6c36" providerId="ADAL" clId="{4259F55E-D5E9-4093-B31C-61B0EE6B1153}" dt="2026-03-24T10:08:45.738" v="259" actId="1076"/>
        <pc:sldMkLst>
          <pc:docMk/>
          <pc:sldMk cId="4092859141" sldId="271"/>
        </pc:sldMkLst>
        <pc:spChg chg="mod">
          <ac:chgData name="Gayattre, Kondepudi" userId="a4633781-b01d-4ae6-ba4a-9c32908b6c36" providerId="ADAL" clId="{4259F55E-D5E9-4093-B31C-61B0EE6B1153}" dt="2026-03-24T09:42:38.287" v="22"/>
          <ac:spMkLst>
            <pc:docMk/>
            <pc:sldMk cId="4092859141" sldId="271"/>
            <ac:spMk id="2" creationId="{386B583D-436B-AB4E-F833-DE0CE3192D5E}"/>
          </ac:spMkLst>
        </pc:spChg>
        <pc:spChg chg="mod">
          <ac:chgData name="Gayattre, Kondepudi" userId="a4633781-b01d-4ae6-ba4a-9c32908b6c36" providerId="ADAL" clId="{4259F55E-D5E9-4093-B31C-61B0EE6B1153}" dt="2026-03-24T10:08:45.738" v="259" actId="1076"/>
          <ac:spMkLst>
            <pc:docMk/>
            <pc:sldMk cId="4092859141" sldId="271"/>
            <ac:spMk id="3" creationId="{0C353B8A-A328-674E-D540-73E335C3C23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AFC1B3-73AC-4766-84BA-BC5D40517498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5BE00C-BED1-4C3A-81E7-F628EBB2E5B6}">
      <dgm:prSet phldrT="[Text]" phldr="0"/>
      <dgm:spPr/>
      <dgm:t>
        <a:bodyPr/>
        <a:lstStyle/>
        <a:p>
          <a:r>
            <a:rPr lang="en-US" dirty="0"/>
            <a:t>Raw Data</a:t>
          </a:r>
        </a:p>
      </dgm:t>
    </dgm:pt>
    <dgm:pt modelId="{6913A8ED-2040-4B96-BA58-F20FD7D7A13D}" type="parTrans" cxnId="{9AF14067-79D7-4AB9-8111-1F1A7D4E5F23}">
      <dgm:prSet/>
      <dgm:spPr/>
      <dgm:t>
        <a:bodyPr/>
        <a:lstStyle/>
        <a:p>
          <a:endParaRPr lang="en-US"/>
        </a:p>
      </dgm:t>
    </dgm:pt>
    <dgm:pt modelId="{04571BD7-B959-4537-98DE-BE24616B9700}" type="sibTrans" cxnId="{9AF14067-79D7-4AB9-8111-1F1A7D4E5F23}">
      <dgm:prSet/>
      <dgm:spPr/>
      <dgm:t>
        <a:bodyPr/>
        <a:lstStyle/>
        <a:p>
          <a:endParaRPr lang="en-US"/>
        </a:p>
      </dgm:t>
    </dgm:pt>
    <dgm:pt modelId="{D8E9EE66-C0CF-40CB-B31E-6974FCA3C609}">
      <dgm:prSet phldrT="[Text]" phldr="0"/>
      <dgm:spPr/>
      <dgm:t>
        <a:bodyPr/>
        <a:lstStyle/>
        <a:p>
          <a:r>
            <a:rPr lang="en-US" dirty="0"/>
            <a:t>Created Data Table</a:t>
          </a:r>
        </a:p>
      </dgm:t>
    </dgm:pt>
    <dgm:pt modelId="{C771F241-24D0-42BA-A686-1250A3DE7B0B}" type="parTrans" cxnId="{6CB2B9A3-1EA9-468F-B6BC-5EAEAD99AF6F}">
      <dgm:prSet/>
      <dgm:spPr/>
      <dgm:t>
        <a:bodyPr/>
        <a:lstStyle/>
        <a:p>
          <a:endParaRPr lang="en-US"/>
        </a:p>
      </dgm:t>
    </dgm:pt>
    <dgm:pt modelId="{9713C3FF-E7EC-4264-A4EB-890D932A39C6}" type="sibTrans" cxnId="{6CB2B9A3-1EA9-468F-B6BC-5EAEAD99AF6F}">
      <dgm:prSet/>
      <dgm:spPr/>
      <dgm:t>
        <a:bodyPr/>
        <a:lstStyle/>
        <a:p>
          <a:endParaRPr lang="en-US"/>
        </a:p>
      </dgm:t>
    </dgm:pt>
    <dgm:pt modelId="{61677BCF-4664-472E-8600-2A9FF4C16A2F}">
      <dgm:prSet phldrT="[Text]" phldr="0"/>
      <dgm:spPr/>
      <dgm:t>
        <a:bodyPr/>
        <a:lstStyle/>
        <a:p>
          <a:r>
            <a:rPr lang="en-US" dirty="0"/>
            <a:t>Handled Missing Values</a:t>
          </a:r>
        </a:p>
      </dgm:t>
    </dgm:pt>
    <dgm:pt modelId="{B94F58CD-7EE4-4AA5-A305-C70399D518E5}" type="parTrans" cxnId="{A4F140B6-524A-4D91-9789-8CBDE887ED0B}">
      <dgm:prSet/>
      <dgm:spPr/>
      <dgm:t>
        <a:bodyPr/>
        <a:lstStyle/>
        <a:p>
          <a:endParaRPr lang="en-US"/>
        </a:p>
      </dgm:t>
    </dgm:pt>
    <dgm:pt modelId="{C4F6FDC6-61BF-4A01-ACAF-3BE68B05811D}" type="sibTrans" cxnId="{A4F140B6-524A-4D91-9789-8CBDE887ED0B}">
      <dgm:prSet/>
      <dgm:spPr/>
      <dgm:t>
        <a:bodyPr/>
        <a:lstStyle/>
        <a:p>
          <a:endParaRPr lang="en-US"/>
        </a:p>
      </dgm:t>
    </dgm:pt>
    <dgm:pt modelId="{EBC6FD44-18E3-4D68-89F7-0AA3EBC0C2E4}">
      <dgm:prSet/>
      <dgm:spPr/>
      <dgm:t>
        <a:bodyPr/>
        <a:lstStyle/>
        <a:p>
          <a:r>
            <a:rPr lang="en-US" dirty="0"/>
            <a:t>Removed Duplicates &amp; Inconsistent Data</a:t>
          </a:r>
        </a:p>
      </dgm:t>
    </dgm:pt>
    <dgm:pt modelId="{8B3E8354-8664-4613-96E4-1E3FE6C22E09}" type="parTrans" cxnId="{91D37E03-163D-4E20-A729-8F0B082343F5}">
      <dgm:prSet/>
      <dgm:spPr/>
      <dgm:t>
        <a:bodyPr/>
        <a:lstStyle/>
        <a:p>
          <a:endParaRPr lang="en-US"/>
        </a:p>
      </dgm:t>
    </dgm:pt>
    <dgm:pt modelId="{1C2ABD37-B8DD-4EDC-AB2B-892EB90337E5}" type="sibTrans" cxnId="{91D37E03-163D-4E20-A729-8F0B082343F5}">
      <dgm:prSet/>
      <dgm:spPr/>
      <dgm:t>
        <a:bodyPr/>
        <a:lstStyle/>
        <a:p>
          <a:endParaRPr lang="en-US"/>
        </a:p>
      </dgm:t>
    </dgm:pt>
    <dgm:pt modelId="{4B2244AF-87F5-45F6-AA8D-E56EF5B7CA95}">
      <dgm:prSet/>
      <dgm:spPr/>
      <dgm:t>
        <a:bodyPr/>
        <a:lstStyle/>
        <a:p>
          <a:r>
            <a:rPr lang="en-US" dirty="0"/>
            <a:t>Feature Engineering</a:t>
          </a:r>
        </a:p>
        <a:p>
          <a:r>
            <a:rPr lang="en-US" dirty="0"/>
            <a:t>(</a:t>
          </a:r>
          <a:r>
            <a:rPr lang="en-US" dirty="0" err="1"/>
            <a:t>Day,Month,Weather</a:t>
          </a:r>
          <a:r>
            <a:rPr lang="en-US" dirty="0"/>
            <a:t>)</a:t>
          </a:r>
        </a:p>
      </dgm:t>
    </dgm:pt>
    <dgm:pt modelId="{B7B8BC04-5617-48DB-A536-6B693A416DA1}" type="parTrans" cxnId="{2893198E-C06C-487E-8BA1-90843B04D278}">
      <dgm:prSet/>
      <dgm:spPr/>
      <dgm:t>
        <a:bodyPr/>
        <a:lstStyle/>
        <a:p>
          <a:endParaRPr lang="en-US"/>
        </a:p>
      </dgm:t>
    </dgm:pt>
    <dgm:pt modelId="{07F4EC1A-B532-4051-97C2-D3B505C43636}" type="sibTrans" cxnId="{2893198E-C06C-487E-8BA1-90843B04D278}">
      <dgm:prSet/>
      <dgm:spPr/>
      <dgm:t>
        <a:bodyPr/>
        <a:lstStyle/>
        <a:p>
          <a:endParaRPr lang="en-US"/>
        </a:p>
      </dgm:t>
    </dgm:pt>
    <dgm:pt modelId="{104A47CF-5154-4FF6-982C-25F1EF7BA298}">
      <dgm:prSet/>
      <dgm:spPr/>
      <dgm:t>
        <a:bodyPr/>
        <a:lstStyle/>
        <a:p>
          <a:r>
            <a:rPr lang="en-US" dirty="0"/>
            <a:t>Structured Data for Analysis</a:t>
          </a:r>
        </a:p>
      </dgm:t>
    </dgm:pt>
    <dgm:pt modelId="{ABE080EB-CDAC-447C-B49C-2DABA61525DE}" type="parTrans" cxnId="{B9AEA01B-3DF2-4743-9455-4967EAD812B1}">
      <dgm:prSet/>
      <dgm:spPr/>
      <dgm:t>
        <a:bodyPr/>
        <a:lstStyle/>
        <a:p>
          <a:endParaRPr lang="en-US"/>
        </a:p>
      </dgm:t>
    </dgm:pt>
    <dgm:pt modelId="{744B5575-3855-4570-B238-4A644FCB89EB}" type="sibTrans" cxnId="{B9AEA01B-3DF2-4743-9455-4967EAD812B1}">
      <dgm:prSet/>
      <dgm:spPr/>
      <dgm:t>
        <a:bodyPr/>
        <a:lstStyle/>
        <a:p>
          <a:endParaRPr lang="en-US"/>
        </a:p>
      </dgm:t>
    </dgm:pt>
    <dgm:pt modelId="{1F0DA0A8-7194-44AA-A973-FD3AA2136444}" type="pres">
      <dgm:prSet presAssocID="{22AFC1B3-73AC-4766-84BA-BC5D40517498}" presName="linearFlow" presStyleCnt="0">
        <dgm:presLayoutVars>
          <dgm:resizeHandles val="exact"/>
        </dgm:presLayoutVars>
      </dgm:prSet>
      <dgm:spPr/>
    </dgm:pt>
    <dgm:pt modelId="{727B2438-5E63-4041-9BCC-5B6B919282F2}" type="pres">
      <dgm:prSet presAssocID="{6A5BE00C-BED1-4C3A-81E7-F628EBB2E5B6}" presName="node" presStyleLbl="node1" presStyleIdx="0" presStyleCnt="6">
        <dgm:presLayoutVars>
          <dgm:bulletEnabled val="1"/>
        </dgm:presLayoutVars>
      </dgm:prSet>
      <dgm:spPr/>
    </dgm:pt>
    <dgm:pt modelId="{024A7257-8117-43C5-AB01-35D1F66A8F3B}" type="pres">
      <dgm:prSet presAssocID="{04571BD7-B959-4537-98DE-BE24616B9700}" presName="sibTrans" presStyleLbl="sibTrans2D1" presStyleIdx="0" presStyleCnt="5"/>
      <dgm:spPr/>
    </dgm:pt>
    <dgm:pt modelId="{96325B77-67C9-4029-AF7D-6166EFCF21B9}" type="pres">
      <dgm:prSet presAssocID="{04571BD7-B959-4537-98DE-BE24616B9700}" presName="connectorText" presStyleLbl="sibTrans2D1" presStyleIdx="0" presStyleCnt="5"/>
      <dgm:spPr/>
    </dgm:pt>
    <dgm:pt modelId="{CD9C07AA-291E-493F-88A3-1CDB3D3664DD}" type="pres">
      <dgm:prSet presAssocID="{D8E9EE66-C0CF-40CB-B31E-6974FCA3C609}" presName="node" presStyleLbl="node1" presStyleIdx="1" presStyleCnt="6">
        <dgm:presLayoutVars>
          <dgm:bulletEnabled val="1"/>
        </dgm:presLayoutVars>
      </dgm:prSet>
      <dgm:spPr/>
    </dgm:pt>
    <dgm:pt modelId="{E390752D-B301-4812-84DD-5D53A914000E}" type="pres">
      <dgm:prSet presAssocID="{9713C3FF-E7EC-4264-A4EB-890D932A39C6}" presName="sibTrans" presStyleLbl="sibTrans2D1" presStyleIdx="1" presStyleCnt="5"/>
      <dgm:spPr/>
    </dgm:pt>
    <dgm:pt modelId="{C4D62D52-4A29-4ABF-9B6C-7EFF3E9DC14C}" type="pres">
      <dgm:prSet presAssocID="{9713C3FF-E7EC-4264-A4EB-890D932A39C6}" presName="connectorText" presStyleLbl="sibTrans2D1" presStyleIdx="1" presStyleCnt="5"/>
      <dgm:spPr/>
    </dgm:pt>
    <dgm:pt modelId="{1CC3B364-6641-4109-A337-096440137682}" type="pres">
      <dgm:prSet presAssocID="{61677BCF-4664-472E-8600-2A9FF4C16A2F}" presName="node" presStyleLbl="node1" presStyleIdx="2" presStyleCnt="6">
        <dgm:presLayoutVars>
          <dgm:bulletEnabled val="1"/>
        </dgm:presLayoutVars>
      </dgm:prSet>
      <dgm:spPr/>
    </dgm:pt>
    <dgm:pt modelId="{DDBFDB74-FC7D-4189-A161-38A71B6B90BA}" type="pres">
      <dgm:prSet presAssocID="{C4F6FDC6-61BF-4A01-ACAF-3BE68B05811D}" presName="sibTrans" presStyleLbl="sibTrans2D1" presStyleIdx="2" presStyleCnt="5"/>
      <dgm:spPr/>
    </dgm:pt>
    <dgm:pt modelId="{9FAC5743-2AA0-461E-A0CB-2C6A51759799}" type="pres">
      <dgm:prSet presAssocID="{C4F6FDC6-61BF-4A01-ACAF-3BE68B05811D}" presName="connectorText" presStyleLbl="sibTrans2D1" presStyleIdx="2" presStyleCnt="5"/>
      <dgm:spPr/>
    </dgm:pt>
    <dgm:pt modelId="{6C7093F4-75D8-4709-8DE9-EB4602FED251}" type="pres">
      <dgm:prSet presAssocID="{EBC6FD44-18E3-4D68-89F7-0AA3EBC0C2E4}" presName="node" presStyleLbl="node1" presStyleIdx="3" presStyleCnt="6">
        <dgm:presLayoutVars>
          <dgm:bulletEnabled val="1"/>
        </dgm:presLayoutVars>
      </dgm:prSet>
      <dgm:spPr/>
    </dgm:pt>
    <dgm:pt modelId="{A9F054B9-2A76-4E47-AA0D-AAF962D7F240}" type="pres">
      <dgm:prSet presAssocID="{1C2ABD37-B8DD-4EDC-AB2B-892EB90337E5}" presName="sibTrans" presStyleLbl="sibTrans2D1" presStyleIdx="3" presStyleCnt="5"/>
      <dgm:spPr/>
    </dgm:pt>
    <dgm:pt modelId="{D811C5FF-689B-44E9-9EF5-491B2DDF8C49}" type="pres">
      <dgm:prSet presAssocID="{1C2ABD37-B8DD-4EDC-AB2B-892EB90337E5}" presName="connectorText" presStyleLbl="sibTrans2D1" presStyleIdx="3" presStyleCnt="5"/>
      <dgm:spPr/>
    </dgm:pt>
    <dgm:pt modelId="{F9E16ECD-90AD-4B1A-ACFA-14B81D5E86B3}" type="pres">
      <dgm:prSet presAssocID="{4B2244AF-87F5-45F6-AA8D-E56EF5B7CA95}" presName="node" presStyleLbl="node1" presStyleIdx="4" presStyleCnt="6">
        <dgm:presLayoutVars>
          <dgm:bulletEnabled val="1"/>
        </dgm:presLayoutVars>
      </dgm:prSet>
      <dgm:spPr/>
    </dgm:pt>
    <dgm:pt modelId="{151710B0-0A09-4DDA-B038-340A322E034F}" type="pres">
      <dgm:prSet presAssocID="{07F4EC1A-B532-4051-97C2-D3B505C43636}" presName="sibTrans" presStyleLbl="sibTrans2D1" presStyleIdx="4" presStyleCnt="5"/>
      <dgm:spPr/>
    </dgm:pt>
    <dgm:pt modelId="{30D9933F-51B9-428C-B70C-670B477A7268}" type="pres">
      <dgm:prSet presAssocID="{07F4EC1A-B532-4051-97C2-D3B505C43636}" presName="connectorText" presStyleLbl="sibTrans2D1" presStyleIdx="4" presStyleCnt="5"/>
      <dgm:spPr/>
    </dgm:pt>
    <dgm:pt modelId="{6E5B5507-730B-44CC-8132-C3F0893F58D1}" type="pres">
      <dgm:prSet presAssocID="{104A47CF-5154-4FF6-982C-25F1EF7BA298}" presName="node" presStyleLbl="node1" presStyleIdx="5" presStyleCnt="6">
        <dgm:presLayoutVars>
          <dgm:bulletEnabled val="1"/>
        </dgm:presLayoutVars>
      </dgm:prSet>
      <dgm:spPr/>
    </dgm:pt>
  </dgm:ptLst>
  <dgm:cxnLst>
    <dgm:cxn modelId="{91D37E03-163D-4E20-A729-8F0B082343F5}" srcId="{22AFC1B3-73AC-4766-84BA-BC5D40517498}" destId="{EBC6FD44-18E3-4D68-89F7-0AA3EBC0C2E4}" srcOrd="3" destOrd="0" parTransId="{8B3E8354-8664-4613-96E4-1E3FE6C22E09}" sibTransId="{1C2ABD37-B8DD-4EDC-AB2B-892EB90337E5}"/>
    <dgm:cxn modelId="{9FC33C0B-D7B0-4163-BAC6-0DA120C70D8B}" type="presOf" srcId="{04571BD7-B959-4537-98DE-BE24616B9700}" destId="{96325B77-67C9-4029-AF7D-6166EFCF21B9}" srcOrd="1" destOrd="0" presId="urn:microsoft.com/office/officeart/2005/8/layout/process2"/>
    <dgm:cxn modelId="{8A93310C-7852-427C-A8E3-2C86DCAD22B1}" type="presOf" srcId="{61677BCF-4664-472E-8600-2A9FF4C16A2F}" destId="{1CC3B364-6641-4109-A337-096440137682}" srcOrd="0" destOrd="0" presId="urn:microsoft.com/office/officeart/2005/8/layout/process2"/>
    <dgm:cxn modelId="{077C5010-0E03-4393-BD52-13C404954084}" type="presOf" srcId="{6A5BE00C-BED1-4C3A-81E7-F628EBB2E5B6}" destId="{727B2438-5E63-4041-9BCC-5B6B919282F2}" srcOrd="0" destOrd="0" presId="urn:microsoft.com/office/officeart/2005/8/layout/process2"/>
    <dgm:cxn modelId="{A4BBC313-8AF6-4D69-ADD4-D06D1C3E4454}" type="presOf" srcId="{9713C3FF-E7EC-4264-A4EB-890D932A39C6}" destId="{C4D62D52-4A29-4ABF-9B6C-7EFF3E9DC14C}" srcOrd="1" destOrd="0" presId="urn:microsoft.com/office/officeart/2005/8/layout/process2"/>
    <dgm:cxn modelId="{7606A717-4560-46C5-B4E5-B9CAD7143528}" type="presOf" srcId="{07F4EC1A-B532-4051-97C2-D3B505C43636}" destId="{151710B0-0A09-4DDA-B038-340A322E034F}" srcOrd="0" destOrd="0" presId="urn:microsoft.com/office/officeart/2005/8/layout/process2"/>
    <dgm:cxn modelId="{2FAD9D18-7F5D-4A26-B962-2DC375CAA385}" type="presOf" srcId="{22AFC1B3-73AC-4766-84BA-BC5D40517498}" destId="{1F0DA0A8-7194-44AA-A973-FD3AA2136444}" srcOrd="0" destOrd="0" presId="urn:microsoft.com/office/officeart/2005/8/layout/process2"/>
    <dgm:cxn modelId="{B9AEA01B-3DF2-4743-9455-4967EAD812B1}" srcId="{22AFC1B3-73AC-4766-84BA-BC5D40517498}" destId="{104A47CF-5154-4FF6-982C-25F1EF7BA298}" srcOrd="5" destOrd="0" parTransId="{ABE080EB-CDAC-447C-B49C-2DABA61525DE}" sibTransId="{744B5575-3855-4570-B238-4A644FCB89EB}"/>
    <dgm:cxn modelId="{238CB41D-BD35-4535-8394-837107EDFCFD}" type="presOf" srcId="{EBC6FD44-18E3-4D68-89F7-0AA3EBC0C2E4}" destId="{6C7093F4-75D8-4709-8DE9-EB4602FED251}" srcOrd="0" destOrd="0" presId="urn:microsoft.com/office/officeart/2005/8/layout/process2"/>
    <dgm:cxn modelId="{EE48A35C-D201-44FD-99C1-BC92AC1EA2CE}" type="presOf" srcId="{9713C3FF-E7EC-4264-A4EB-890D932A39C6}" destId="{E390752D-B301-4812-84DD-5D53A914000E}" srcOrd="0" destOrd="0" presId="urn:microsoft.com/office/officeart/2005/8/layout/process2"/>
    <dgm:cxn modelId="{9AF14067-79D7-4AB9-8111-1F1A7D4E5F23}" srcId="{22AFC1B3-73AC-4766-84BA-BC5D40517498}" destId="{6A5BE00C-BED1-4C3A-81E7-F628EBB2E5B6}" srcOrd="0" destOrd="0" parTransId="{6913A8ED-2040-4B96-BA58-F20FD7D7A13D}" sibTransId="{04571BD7-B959-4537-98DE-BE24616B9700}"/>
    <dgm:cxn modelId="{1E3AA06A-7246-4341-840D-0FB366C2B05B}" type="presOf" srcId="{04571BD7-B959-4537-98DE-BE24616B9700}" destId="{024A7257-8117-43C5-AB01-35D1F66A8F3B}" srcOrd="0" destOrd="0" presId="urn:microsoft.com/office/officeart/2005/8/layout/process2"/>
    <dgm:cxn modelId="{14BDE272-CB38-460F-8EA4-D8E857CB9DE1}" type="presOf" srcId="{1C2ABD37-B8DD-4EDC-AB2B-892EB90337E5}" destId="{D811C5FF-689B-44E9-9EF5-491B2DDF8C49}" srcOrd="1" destOrd="0" presId="urn:microsoft.com/office/officeart/2005/8/layout/process2"/>
    <dgm:cxn modelId="{48686884-D01B-4FF0-9D5E-B8E1A5D5CBD5}" type="presOf" srcId="{C4F6FDC6-61BF-4A01-ACAF-3BE68B05811D}" destId="{DDBFDB74-FC7D-4189-A161-38A71B6B90BA}" srcOrd="0" destOrd="0" presId="urn:microsoft.com/office/officeart/2005/8/layout/process2"/>
    <dgm:cxn modelId="{2893198E-C06C-487E-8BA1-90843B04D278}" srcId="{22AFC1B3-73AC-4766-84BA-BC5D40517498}" destId="{4B2244AF-87F5-45F6-AA8D-E56EF5B7CA95}" srcOrd="4" destOrd="0" parTransId="{B7B8BC04-5617-48DB-A536-6B693A416DA1}" sibTransId="{07F4EC1A-B532-4051-97C2-D3B505C43636}"/>
    <dgm:cxn modelId="{6CB2B9A3-1EA9-468F-B6BC-5EAEAD99AF6F}" srcId="{22AFC1B3-73AC-4766-84BA-BC5D40517498}" destId="{D8E9EE66-C0CF-40CB-B31E-6974FCA3C609}" srcOrd="1" destOrd="0" parTransId="{C771F241-24D0-42BA-A686-1250A3DE7B0B}" sibTransId="{9713C3FF-E7EC-4264-A4EB-890D932A39C6}"/>
    <dgm:cxn modelId="{4FA77BA7-BA34-431D-94A3-5F9D64281450}" type="presOf" srcId="{07F4EC1A-B532-4051-97C2-D3B505C43636}" destId="{30D9933F-51B9-428C-B70C-670B477A7268}" srcOrd="1" destOrd="0" presId="urn:microsoft.com/office/officeart/2005/8/layout/process2"/>
    <dgm:cxn modelId="{3AD391AA-58F8-40BE-97A2-52059CE920CA}" type="presOf" srcId="{D8E9EE66-C0CF-40CB-B31E-6974FCA3C609}" destId="{CD9C07AA-291E-493F-88A3-1CDB3D3664DD}" srcOrd="0" destOrd="0" presId="urn:microsoft.com/office/officeart/2005/8/layout/process2"/>
    <dgm:cxn modelId="{814B0BB3-C937-46D4-AB56-2A60B9EEBEF0}" type="presOf" srcId="{4B2244AF-87F5-45F6-AA8D-E56EF5B7CA95}" destId="{F9E16ECD-90AD-4B1A-ACFA-14B81D5E86B3}" srcOrd="0" destOrd="0" presId="urn:microsoft.com/office/officeart/2005/8/layout/process2"/>
    <dgm:cxn modelId="{A4F140B6-524A-4D91-9789-8CBDE887ED0B}" srcId="{22AFC1B3-73AC-4766-84BA-BC5D40517498}" destId="{61677BCF-4664-472E-8600-2A9FF4C16A2F}" srcOrd="2" destOrd="0" parTransId="{B94F58CD-7EE4-4AA5-A305-C70399D518E5}" sibTransId="{C4F6FDC6-61BF-4A01-ACAF-3BE68B05811D}"/>
    <dgm:cxn modelId="{5393B9C6-8EA0-4CCA-9455-B1BD1C9C5DAE}" type="presOf" srcId="{C4F6FDC6-61BF-4A01-ACAF-3BE68B05811D}" destId="{9FAC5743-2AA0-461E-A0CB-2C6A51759799}" srcOrd="1" destOrd="0" presId="urn:microsoft.com/office/officeart/2005/8/layout/process2"/>
    <dgm:cxn modelId="{A6FEDDD5-A090-42FC-A07F-EC1C6A8AF674}" type="presOf" srcId="{1C2ABD37-B8DD-4EDC-AB2B-892EB90337E5}" destId="{A9F054B9-2A76-4E47-AA0D-AAF962D7F240}" srcOrd="0" destOrd="0" presId="urn:microsoft.com/office/officeart/2005/8/layout/process2"/>
    <dgm:cxn modelId="{223816FC-6D87-483D-B2DE-05C7A3A964AF}" type="presOf" srcId="{104A47CF-5154-4FF6-982C-25F1EF7BA298}" destId="{6E5B5507-730B-44CC-8132-C3F0893F58D1}" srcOrd="0" destOrd="0" presId="urn:microsoft.com/office/officeart/2005/8/layout/process2"/>
    <dgm:cxn modelId="{6E07DB3E-F63D-4F77-BB4C-4934AFE7B672}" type="presParOf" srcId="{1F0DA0A8-7194-44AA-A973-FD3AA2136444}" destId="{727B2438-5E63-4041-9BCC-5B6B919282F2}" srcOrd="0" destOrd="0" presId="urn:microsoft.com/office/officeart/2005/8/layout/process2"/>
    <dgm:cxn modelId="{195BE2F3-F1D7-4E81-AB5C-2FA1B8E68F0F}" type="presParOf" srcId="{1F0DA0A8-7194-44AA-A973-FD3AA2136444}" destId="{024A7257-8117-43C5-AB01-35D1F66A8F3B}" srcOrd="1" destOrd="0" presId="urn:microsoft.com/office/officeart/2005/8/layout/process2"/>
    <dgm:cxn modelId="{5D0CA7E1-3989-4709-AABB-4094649789A8}" type="presParOf" srcId="{024A7257-8117-43C5-AB01-35D1F66A8F3B}" destId="{96325B77-67C9-4029-AF7D-6166EFCF21B9}" srcOrd="0" destOrd="0" presId="urn:microsoft.com/office/officeart/2005/8/layout/process2"/>
    <dgm:cxn modelId="{40D9F19B-8AA4-4386-8510-6189B8DC9428}" type="presParOf" srcId="{1F0DA0A8-7194-44AA-A973-FD3AA2136444}" destId="{CD9C07AA-291E-493F-88A3-1CDB3D3664DD}" srcOrd="2" destOrd="0" presId="urn:microsoft.com/office/officeart/2005/8/layout/process2"/>
    <dgm:cxn modelId="{1D7F9B52-66CD-4CDD-B77D-465EEBD80753}" type="presParOf" srcId="{1F0DA0A8-7194-44AA-A973-FD3AA2136444}" destId="{E390752D-B301-4812-84DD-5D53A914000E}" srcOrd="3" destOrd="0" presId="urn:microsoft.com/office/officeart/2005/8/layout/process2"/>
    <dgm:cxn modelId="{F4A955FA-FD35-4E9E-BD84-14EBBB32628A}" type="presParOf" srcId="{E390752D-B301-4812-84DD-5D53A914000E}" destId="{C4D62D52-4A29-4ABF-9B6C-7EFF3E9DC14C}" srcOrd="0" destOrd="0" presId="urn:microsoft.com/office/officeart/2005/8/layout/process2"/>
    <dgm:cxn modelId="{4BAF8C19-02CD-46A6-85F7-5C397F8D2219}" type="presParOf" srcId="{1F0DA0A8-7194-44AA-A973-FD3AA2136444}" destId="{1CC3B364-6641-4109-A337-096440137682}" srcOrd="4" destOrd="0" presId="urn:microsoft.com/office/officeart/2005/8/layout/process2"/>
    <dgm:cxn modelId="{6D8867C6-BC1B-481F-A4AC-DD3FAB6A0C05}" type="presParOf" srcId="{1F0DA0A8-7194-44AA-A973-FD3AA2136444}" destId="{DDBFDB74-FC7D-4189-A161-38A71B6B90BA}" srcOrd="5" destOrd="0" presId="urn:microsoft.com/office/officeart/2005/8/layout/process2"/>
    <dgm:cxn modelId="{4FD5271D-5F6C-40F1-A477-6639E65D9156}" type="presParOf" srcId="{DDBFDB74-FC7D-4189-A161-38A71B6B90BA}" destId="{9FAC5743-2AA0-461E-A0CB-2C6A51759799}" srcOrd="0" destOrd="0" presId="urn:microsoft.com/office/officeart/2005/8/layout/process2"/>
    <dgm:cxn modelId="{3D58232F-17CA-4EC5-AEED-C48E1402EE37}" type="presParOf" srcId="{1F0DA0A8-7194-44AA-A973-FD3AA2136444}" destId="{6C7093F4-75D8-4709-8DE9-EB4602FED251}" srcOrd="6" destOrd="0" presId="urn:microsoft.com/office/officeart/2005/8/layout/process2"/>
    <dgm:cxn modelId="{DF37863C-1602-4B88-9840-F005A63A5976}" type="presParOf" srcId="{1F0DA0A8-7194-44AA-A973-FD3AA2136444}" destId="{A9F054B9-2A76-4E47-AA0D-AAF962D7F240}" srcOrd="7" destOrd="0" presId="urn:microsoft.com/office/officeart/2005/8/layout/process2"/>
    <dgm:cxn modelId="{69B4C136-F20C-4930-8EBA-6540A0804CEC}" type="presParOf" srcId="{A9F054B9-2A76-4E47-AA0D-AAF962D7F240}" destId="{D811C5FF-689B-44E9-9EF5-491B2DDF8C49}" srcOrd="0" destOrd="0" presId="urn:microsoft.com/office/officeart/2005/8/layout/process2"/>
    <dgm:cxn modelId="{997AEF70-1BF5-4E03-A1DE-1E3550F0331E}" type="presParOf" srcId="{1F0DA0A8-7194-44AA-A973-FD3AA2136444}" destId="{F9E16ECD-90AD-4B1A-ACFA-14B81D5E86B3}" srcOrd="8" destOrd="0" presId="urn:microsoft.com/office/officeart/2005/8/layout/process2"/>
    <dgm:cxn modelId="{7C547D2E-1E0A-42DA-B2A8-396E951FF12D}" type="presParOf" srcId="{1F0DA0A8-7194-44AA-A973-FD3AA2136444}" destId="{151710B0-0A09-4DDA-B038-340A322E034F}" srcOrd="9" destOrd="0" presId="urn:microsoft.com/office/officeart/2005/8/layout/process2"/>
    <dgm:cxn modelId="{70BD3F2A-1B77-4A7B-ABB6-177D88009956}" type="presParOf" srcId="{151710B0-0A09-4DDA-B038-340A322E034F}" destId="{30D9933F-51B9-428C-B70C-670B477A7268}" srcOrd="0" destOrd="0" presId="urn:microsoft.com/office/officeart/2005/8/layout/process2"/>
    <dgm:cxn modelId="{354E691C-A824-44FC-8D2E-7C766FAD54FD}" type="presParOf" srcId="{1F0DA0A8-7194-44AA-A973-FD3AA2136444}" destId="{6E5B5507-730B-44CC-8132-C3F0893F58D1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B2438-5E63-4041-9BCC-5B6B919282F2}">
      <dsp:nvSpPr>
        <dsp:cNvPr id="0" name=""/>
        <dsp:cNvSpPr/>
      </dsp:nvSpPr>
      <dsp:spPr>
        <a:xfrm>
          <a:off x="1994423" y="1478"/>
          <a:ext cx="1189703" cy="4382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Raw Data</a:t>
          </a:r>
        </a:p>
      </dsp:txBody>
      <dsp:txXfrm>
        <a:off x="2007257" y="14312"/>
        <a:ext cx="1164035" cy="412534"/>
      </dsp:txXfrm>
    </dsp:sp>
    <dsp:sp modelId="{024A7257-8117-43C5-AB01-35D1F66A8F3B}">
      <dsp:nvSpPr>
        <dsp:cNvPr id="0" name=""/>
        <dsp:cNvSpPr/>
      </dsp:nvSpPr>
      <dsp:spPr>
        <a:xfrm rot="5400000">
          <a:off x="2507112" y="450636"/>
          <a:ext cx="164325" cy="197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530118" y="467069"/>
        <a:ext cx="118314" cy="115028"/>
      </dsp:txXfrm>
    </dsp:sp>
    <dsp:sp modelId="{CD9C07AA-291E-493F-88A3-1CDB3D3664DD}">
      <dsp:nvSpPr>
        <dsp:cNvPr id="0" name=""/>
        <dsp:cNvSpPr/>
      </dsp:nvSpPr>
      <dsp:spPr>
        <a:xfrm>
          <a:off x="1994423" y="658782"/>
          <a:ext cx="1189703" cy="4382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Created Data Table</a:t>
          </a:r>
        </a:p>
      </dsp:txBody>
      <dsp:txXfrm>
        <a:off x="2007257" y="671616"/>
        <a:ext cx="1164035" cy="412534"/>
      </dsp:txXfrm>
    </dsp:sp>
    <dsp:sp modelId="{E390752D-B301-4812-84DD-5D53A914000E}">
      <dsp:nvSpPr>
        <dsp:cNvPr id="0" name=""/>
        <dsp:cNvSpPr/>
      </dsp:nvSpPr>
      <dsp:spPr>
        <a:xfrm rot="5400000">
          <a:off x="2507112" y="1107939"/>
          <a:ext cx="164325" cy="197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530118" y="1124372"/>
        <a:ext cx="118314" cy="115028"/>
      </dsp:txXfrm>
    </dsp:sp>
    <dsp:sp modelId="{1CC3B364-6641-4109-A337-096440137682}">
      <dsp:nvSpPr>
        <dsp:cNvPr id="0" name=""/>
        <dsp:cNvSpPr/>
      </dsp:nvSpPr>
      <dsp:spPr>
        <a:xfrm>
          <a:off x="1994423" y="1316085"/>
          <a:ext cx="1189703" cy="4382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Handled Missing Values</a:t>
          </a:r>
        </a:p>
      </dsp:txBody>
      <dsp:txXfrm>
        <a:off x="2007257" y="1328919"/>
        <a:ext cx="1164035" cy="412534"/>
      </dsp:txXfrm>
    </dsp:sp>
    <dsp:sp modelId="{DDBFDB74-FC7D-4189-A161-38A71B6B90BA}">
      <dsp:nvSpPr>
        <dsp:cNvPr id="0" name=""/>
        <dsp:cNvSpPr/>
      </dsp:nvSpPr>
      <dsp:spPr>
        <a:xfrm rot="5400000">
          <a:off x="2507112" y="1765242"/>
          <a:ext cx="164325" cy="197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530118" y="1781675"/>
        <a:ext cx="118314" cy="115028"/>
      </dsp:txXfrm>
    </dsp:sp>
    <dsp:sp modelId="{6C7093F4-75D8-4709-8DE9-EB4602FED251}">
      <dsp:nvSpPr>
        <dsp:cNvPr id="0" name=""/>
        <dsp:cNvSpPr/>
      </dsp:nvSpPr>
      <dsp:spPr>
        <a:xfrm>
          <a:off x="1994423" y="1973388"/>
          <a:ext cx="1189703" cy="4382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Removed Duplicates &amp; Inconsistent Data</a:t>
          </a:r>
        </a:p>
      </dsp:txBody>
      <dsp:txXfrm>
        <a:off x="2007257" y="1986222"/>
        <a:ext cx="1164035" cy="412534"/>
      </dsp:txXfrm>
    </dsp:sp>
    <dsp:sp modelId="{A9F054B9-2A76-4E47-AA0D-AAF962D7F240}">
      <dsp:nvSpPr>
        <dsp:cNvPr id="0" name=""/>
        <dsp:cNvSpPr/>
      </dsp:nvSpPr>
      <dsp:spPr>
        <a:xfrm rot="5400000">
          <a:off x="2507112" y="2422545"/>
          <a:ext cx="164325" cy="197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530118" y="2438978"/>
        <a:ext cx="118314" cy="115028"/>
      </dsp:txXfrm>
    </dsp:sp>
    <dsp:sp modelId="{F9E16ECD-90AD-4B1A-ACFA-14B81D5E86B3}">
      <dsp:nvSpPr>
        <dsp:cNvPr id="0" name=""/>
        <dsp:cNvSpPr/>
      </dsp:nvSpPr>
      <dsp:spPr>
        <a:xfrm>
          <a:off x="1994423" y="2630691"/>
          <a:ext cx="1189703" cy="4382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Feature Engineering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(</a:t>
          </a:r>
          <a:r>
            <a:rPr lang="en-US" sz="1000" kern="1200" dirty="0" err="1"/>
            <a:t>Day,Month,Weather</a:t>
          </a:r>
          <a:r>
            <a:rPr lang="en-US" sz="1000" kern="1200" dirty="0"/>
            <a:t>)</a:t>
          </a:r>
        </a:p>
      </dsp:txBody>
      <dsp:txXfrm>
        <a:off x="2007257" y="2643525"/>
        <a:ext cx="1164035" cy="412534"/>
      </dsp:txXfrm>
    </dsp:sp>
    <dsp:sp modelId="{151710B0-0A09-4DDA-B038-340A322E034F}">
      <dsp:nvSpPr>
        <dsp:cNvPr id="0" name=""/>
        <dsp:cNvSpPr/>
      </dsp:nvSpPr>
      <dsp:spPr>
        <a:xfrm rot="5400000">
          <a:off x="2507112" y="3079848"/>
          <a:ext cx="164325" cy="1971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530118" y="3096281"/>
        <a:ext cx="118314" cy="115028"/>
      </dsp:txXfrm>
    </dsp:sp>
    <dsp:sp modelId="{6E5B5507-730B-44CC-8132-C3F0893F58D1}">
      <dsp:nvSpPr>
        <dsp:cNvPr id="0" name=""/>
        <dsp:cNvSpPr/>
      </dsp:nvSpPr>
      <dsp:spPr>
        <a:xfrm>
          <a:off x="1994423" y="3287994"/>
          <a:ext cx="1189703" cy="4382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Structured Data for Analysis</a:t>
          </a:r>
        </a:p>
      </dsp:txBody>
      <dsp:txXfrm>
        <a:off x="2007257" y="3300828"/>
        <a:ext cx="1164035" cy="412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33055-8295-4640-BBA1-065CC0092B8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6BAB2-0821-4BE1-926D-809CD520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3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1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21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2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401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96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5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53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4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4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259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838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28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796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688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246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89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426902-7F18-4985-88B8-595C2B32F42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2A08AD-5F1D-4B5E-AF2D-AA3569005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5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E171-45A7-B228-C5BE-9FA26153C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3715" y="1684870"/>
            <a:ext cx="7184570" cy="151553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Sharing Demand Analysis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Time, Weather, User 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F1B85-E94F-A2D7-D95E-B10488E9B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Kondepudi Gayattre</a:t>
            </a:r>
          </a:p>
          <a:p>
            <a:pPr algn="l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Digicrome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Academy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with AI Course</a:t>
            </a:r>
          </a:p>
        </p:txBody>
      </p:sp>
    </p:spTree>
    <p:extLst>
      <p:ext uri="{BB962C8B-B14F-4D97-AF65-F5344CB8AC3E}">
        <p14:creationId xmlns:p14="http://schemas.microsoft.com/office/powerpoint/2010/main" val="15017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DAF0F-914D-70B8-4BC3-1E978E97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54791B-0363-EA08-273F-7F583A583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65453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951403" y="1524903"/>
          <a:ext cx="5483352" cy="446793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720291201"/>
                    </a:ext>
                  </a:extLst>
                </a:gridCol>
                <a:gridCol w="4245102">
                  <a:extLst>
                    <a:ext uri="{9D8B030D-6E8A-4147-A177-3AD203B41FA5}">
                      <a16:colId xmlns:a16="http://schemas.microsoft.com/office/drawing/2014/main" val="892841968"/>
                    </a:ext>
                  </a:extLst>
                </a:gridCol>
              </a:tblGrid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585107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Preparation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269825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Usage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419104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Hourly Demand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40351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Weekly Pattern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371508"/>
                  </a:ext>
                </a:extLst>
              </a:tr>
            </a:tbl>
          </a:graphicData>
        </a:graphic>
      </p:graphicFrame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8EA4819-F758-272E-5B42-D6CC4804BA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00879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434755" y="1524902"/>
          <a:ext cx="5144597" cy="446793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161752">
                  <a:extLst>
                    <a:ext uri="{9D8B030D-6E8A-4147-A177-3AD203B41FA5}">
                      <a16:colId xmlns:a16="http://schemas.microsoft.com/office/drawing/2014/main" val="2720291201"/>
                    </a:ext>
                  </a:extLst>
                </a:gridCol>
                <a:gridCol w="3982845">
                  <a:extLst>
                    <a:ext uri="{9D8B030D-6E8A-4147-A177-3AD203B41FA5}">
                      <a16:colId xmlns:a16="http://schemas.microsoft.com/office/drawing/2014/main" val="892841968"/>
                    </a:ext>
                  </a:extLst>
                </a:gridCol>
              </a:tblGrid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Trend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585107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Type Analysis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269825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08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Impact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419104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09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Correlation Analysis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40351"/>
                  </a:ext>
                </a:extLst>
              </a:tr>
              <a:tr h="893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accent1"/>
                          </a:solidFill>
                        </a:rPr>
                        <a:t>10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Insights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371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64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66CD-1AC8-1B67-6EBD-2A291248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CF12-BF42-66C1-19D9-1B3F2626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917370"/>
            <a:ext cx="9601196" cy="295849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analysis is to understand bike rental demand patterns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key factors influencing usage.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user behavior, time based trends &amp; weather conditions, we aim to uncover actionable insights that can help improve demand forecasting &amp;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200799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5014-EF1E-96D6-910F-66DFD47CF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4" y="1111099"/>
            <a:ext cx="9601196" cy="8156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Data for Meaningful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9FC43-C8BC-3FAE-A590-BD872D67B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6092952" cy="331012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started this analysis, the main objective was to understand what really drives bike rental demand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at a surface level, the numbers fluctuate, but the reasons behind it aren’t obvious.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instead of looking at everything at once, we approached it step by step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with the overall demand, &amp; then breaking it down into time, behavior, &amp; external conditions.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21B99A6-0AC2-2C22-724D-9C2D3D3C30F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615586"/>
              </p:ext>
            </p:extLst>
          </p:nvPr>
        </p:nvGraphicFramePr>
        <p:xfrm>
          <a:off x="6175250" y="2449286"/>
          <a:ext cx="5178550" cy="3727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450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AC58-C597-805B-9EC0-686B00C3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Quick Look at Overall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EFAA-A914-E8E9-EFD0-E8B2378ED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92753"/>
            <a:ext cx="6999514" cy="328421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recorded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58,304 rentals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significant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coming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clearly indicates that the service is heavily driven by a loyal &amp; recurring customer base rather than occasional users.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7D6B37-FF94-EDE2-B867-40EE9BBF20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73710" y="2775397"/>
            <a:ext cx="2496319" cy="1067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B8EA75-F1A1-C356-8D92-1B6A8128B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710" y="3945964"/>
            <a:ext cx="2515481" cy="95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179A48-E9F1-B56E-C915-327E51D38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710" y="4976377"/>
            <a:ext cx="2496318" cy="113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2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2D79-59C2-C993-4CD2-2ABF0D20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is the demand at Peak?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125A-688B-F306-5329-67EFDAC8DE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 reveals a clear trend.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sharply at around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again 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5-6PM.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strongly suggests that the service is primarily used for daily commuting.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rental activity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during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hours, reinforcing the idea that usage is aligned with working schedules.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8A737F-4D1F-7C52-51F9-79C5768749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5999" y="2423617"/>
            <a:ext cx="5323115" cy="34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9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B0CE-E699-87C7-E605-547E59E6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Usage Dominates Rentals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548E7-F6FB-8A7E-609E-597B60D55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560320"/>
            <a:ext cx="6683829" cy="361664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if usage is driven by commuting, it should also reflect in weekday patterns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usage across the weak,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is significantly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weekends.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this reinforces the idea that this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driven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rather than purely leisure based.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indicating more recreational usage during that time.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083CC-4CDF-7823-2850-3A0F52E0B9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2D65F-D672-591D-1618-21F0F17A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130" y="2499018"/>
            <a:ext cx="3229468" cy="1696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BB8098-9FD8-420E-7FF5-1A49C4EA4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131" y="4257092"/>
            <a:ext cx="3229467" cy="179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0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FF4A-0414-14BA-C293-6D59C1C5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Shows Monthly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7C9E4-E928-C5C3-3834-F7CA94043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438323" cy="331012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rentals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noticeable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decline suggests possible seasonal or extreme impact.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1EB073-54DF-C031-AACB-8B13218352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5631" y="2511457"/>
            <a:ext cx="5529943" cy="335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6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F886-1A6F-E1CC-A15F-B2A0E4A6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Users Drive Majority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EAC81-8748-3CF0-A86F-22E9D6DA62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go one level deeper, we looked at who is contributing to this demand - and again, registered users dominate.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contribute ~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of rentals.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form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strong recurring &amp; loyal user base.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E7A105-2F97-A905-29F8-13137B6E73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5250" y="2560320"/>
            <a:ext cx="5206419" cy="306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26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F38D-F784-D7A1-6C0F-6DCD0B69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71" y="797943"/>
            <a:ext cx="10700657" cy="13038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 Influence Rental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D5B43-6A79-C9FF-0F74-84C0E3AE6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456997"/>
            <a:ext cx="4718304" cy="3768637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point, we understood the behavioral side – but demand is not driven by behavior alone.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conditions also play a major role – especially weather.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Mist/Cloudy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 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Rain/Snow.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Heavy/Extreme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highlights the sensitivity of users to unfavorable weather as bike usage is directly affected by comfort &amp; safety.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4FAEE5-402B-5A58-4C89-05B3A86541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D85DD-4D75-B8DD-978C-2C6098314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250" y="2560320"/>
            <a:ext cx="5131855" cy="341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A52F-78B1-AA46-B4C6-183ADB96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Weather Factors Affecting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FF434-19C8-E42E-E851-DCF9DC876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7" y="2560320"/>
            <a:ext cx="5374495" cy="331012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then extended this analysis further into environmental factors.</a:t>
            </a:r>
          </a:p>
          <a:p>
            <a:pPr marL="285750" indent="-28575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– as it increases, rentals increase up to a comfortable range.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windspeed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opposite – higher wind leads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rentals.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ED4F3DA-8721-AB3C-2E3A-B4F8E31192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9947" y="2501637"/>
            <a:ext cx="3517661" cy="6175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9C7EAE-0A9A-B839-1E12-7F151B93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947" y="4039374"/>
            <a:ext cx="3517661" cy="7419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F0FDD4-D10B-ACD1-F7D9-700654A91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949" y="3220080"/>
            <a:ext cx="3517661" cy="7183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5C7957-42C2-D847-C227-B1753C27D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489" y="4988343"/>
            <a:ext cx="4611431" cy="106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23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06EC-2A25-9495-7834-7463ACD2B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1686074"/>
            <a:ext cx="6815669" cy="882955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B5DCB-CDA8-B53D-B457-476FF7EEF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3540" y="2906483"/>
            <a:ext cx="6815669" cy="132080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driven by a combination of routine behavior, user type &amp; environmental conditions.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driven by daily commute patterns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 dominate usage behavior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significantly impact rentals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users ensure consistent demand</a:t>
            </a:r>
          </a:p>
        </p:txBody>
      </p:sp>
    </p:spTree>
    <p:extLst>
      <p:ext uri="{BB962C8B-B14F-4D97-AF65-F5344CB8AC3E}">
        <p14:creationId xmlns:p14="http://schemas.microsoft.com/office/powerpoint/2010/main" val="4239617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D043-0CCB-6995-A5CD-C890B855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to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57D78-636A-BC42-7D65-E5FEDC918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9349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bike rental demand is primarily driven by commuting behavior,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dependence on time of day &amp; weekdays.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humidity &amp; extreme situations significantly impact usage, while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 user base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drives stability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help in better demand planning, pricing strategies &amp; improving overall service efficiency.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business perspective, this has direct implications.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ensure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availability during peak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commuting hours, plan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create strategies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casual usage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demand is lower.</a:t>
            </a:r>
          </a:p>
        </p:txBody>
      </p:sp>
    </p:spTree>
    <p:extLst>
      <p:ext uri="{BB962C8B-B14F-4D97-AF65-F5344CB8AC3E}">
        <p14:creationId xmlns:p14="http://schemas.microsoft.com/office/powerpoint/2010/main" val="57156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583D-436B-AB4E-F833-DE0CE319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3B8A-A328-674E-D540-73E335C3C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67075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28591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232</TotalTime>
  <Words>725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Garamond</vt:lpstr>
      <vt:lpstr>Times New Roman</vt:lpstr>
      <vt:lpstr>Organic</vt:lpstr>
      <vt:lpstr>Bike Sharing Demand Analysis: Time, Weather, User type</vt:lpstr>
      <vt:lpstr>Agenda</vt:lpstr>
      <vt:lpstr>Objective of Analysis</vt:lpstr>
      <vt:lpstr>Preparing Data for Meaningful Analysis</vt:lpstr>
      <vt:lpstr>A Quick Look at Overall Usage</vt:lpstr>
      <vt:lpstr>When is the demand at Peak?</vt:lpstr>
      <vt:lpstr>Weekday Usage Dominates Rentals</vt:lpstr>
      <vt:lpstr>Demand Shows Monthly Variation</vt:lpstr>
      <vt:lpstr>Registered Users Drive Majority Demand</vt:lpstr>
      <vt:lpstr>Weather Conditions Influence Rental Demand</vt:lpstr>
      <vt:lpstr>Key Weather Factors Affecting Demand</vt:lpstr>
      <vt:lpstr>Key Insights</vt:lpstr>
      <vt:lpstr>From Data to Decisions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Gayattre, Kondepudi</dc:creator>
  <cp:lastModifiedBy>Gayattre, Kondepudi</cp:lastModifiedBy>
  <cp:revision>1</cp:revision>
  <dcterms:created xsi:type="dcterms:W3CDTF">2026-03-24T06:20:02Z</dcterms:created>
  <dcterms:modified xsi:type="dcterms:W3CDTF">2026-03-25T04:58:43Z</dcterms:modified>
</cp:coreProperties>
</file>